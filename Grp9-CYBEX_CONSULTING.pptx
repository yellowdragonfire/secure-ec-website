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70" r:id="rId4"/>
    <p:sldId id="265" r:id="rId5"/>
    <p:sldId id="266" r:id="rId6"/>
    <p:sldId id="260" r:id="rId7"/>
    <p:sldId id="267" r:id="rId8"/>
    <p:sldId id="268" r:id="rId9"/>
    <p:sldId id="263" r:id="rId10"/>
    <p:sldId id="269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37CABC-4292-475B-FBA0-E1B0F34534F5}" v="2" dt="2026-05-01T04:34:58.458"/>
    <p1510:client id="{884FBA95-AC6E-4467-FDBC-13E50E5706BE}" v="2" dt="2026-04-29T20:39:33.5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ng, Hollie" userId="S::hollieking@my.unt.edu::a162883f-c7ec-4a55-bcc4-bc26bb88982e" providerId="AD" clId="Web-{407B132B-A0E0-4626-5B9E-502E7E671E52}"/>
    <pc:docChg chg="modSld">
      <pc:chgData name="King, Hollie" userId="S::hollieking@my.unt.edu::a162883f-c7ec-4a55-bcc4-bc26bb88982e" providerId="AD" clId="Web-{407B132B-A0E0-4626-5B9E-502E7E671E52}" dt="2026-04-28T23:34:06.130" v="2" actId="20577"/>
      <pc:docMkLst>
        <pc:docMk/>
      </pc:docMkLst>
      <pc:sldChg chg="modSp">
        <pc:chgData name="King, Hollie" userId="S::hollieking@my.unt.edu::a162883f-c7ec-4a55-bcc4-bc26bb88982e" providerId="AD" clId="Web-{407B132B-A0E0-4626-5B9E-502E7E671E52}" dt="2026-04-28T23:34:06.130" v="2" actId="20577"/>
        <pc:sldMkLst>
          <pc:docMk/>
          <pc:sldMk cId="3969373696" sldId="265"/>
        </pc:sldMkLst>
        <pc:spChg chg="mod">
          <ac:chgData name="King, Hollie" userId="S::hollieking@my.unt.edu::a162883f-c7ec-4a55-bcc4-bc26bb88982e" providerId="AD" clId="Web-{407B132B-A0E0-4626-5B9E-502E7E671E52}" dt="2026-04-28T23:34:06.130" v="2" actId="20577"/>
          <ac:spMkLst>
            <pc:docMk/>
            <pc:sldMk cId="3969373696" sldId="265"/>
            <ac:spMk id="2" creationId="{C1C5630C-90E1-3767-3EDF-5BAF5B5BC843}"/>
          </ac:spMkLst>
        </pc:spChg>
      </pc:sldChg>
    </pc:docChg>
  </pc:docChgLst>
  <pc:docChgLst>
    <pc:chgData name="Nguyen, Dinh Cao Dat" userId="S::datnguyen2@my.unt.edu::d7d3a859-13bc-48fb-8958-938908025b66" providerId="AD" clId="Web-{1A270567-434E-E33C-AC9E-94A71A85442D}"/>
    <pc:docChg chg="modSld">
      <pc:chgData name="Nguyen, Dinh Cao Dat" userId="S::datnguyen2@my.unt.edu::d7d3a859-13bc-48fb-8958-938908025b66" providerId="AD" clId="Web-{1A270567-434E-E33C-AC9E-94A71A85442D}" dt="2026-04-28T03:51:28.145" v="20" actId="20577"/>
      <pc:docMkLst>
        <pc:docMk/>
      </pc:docMkLst>
      <pc:sldChg chg="modSp">
        <pc:chgData name="Nguyen, Dinh Cao Dat" userId="S::datnguyen2@my.unt.edu::d7d3a859-13bc-48fb-8958-938908025b66" providerId="AD" clId="Web-{1A270567-434E-E33C-AC9E-94A71A85442D}" dt="2026-04-28T03:51:28.145" v="20" actId="20577"/>
        <pc:sldMkLst>
          <pc:docMk/>
          <pc:sldMk cId="620334328" sldId="257"/>
        </pc:sldMkLst>
        <pc:spChg chg="mod">
          <ac:chgData name="Nguyen, Dinh Cao Dat" userId="S::datnguyen2@my.unt.edu::d7d3a859-13bc-48fb-8958-938908025b66" providerId="AD" clId="Web-{1A270567-434E-E33C-AC9E-94A71A85442D}" dt="2026-04-28T03:51:28.145" v="20" actId="20577"/>
          <ac:spMkLst>
            <pc:docMk/>
            <pc:sldMk cId="620334328" sldId="257"/>
            <ac:spMk id="3" creationId="{AD4C789B-C112-C268-32AD-65F041899F58}"/>
          </ac:spMkLst>
        </pc:spChg>
      </pc:sldChg>
    </pc:docChg>
  </pc:docChgLst>
  <pc:docChgLst>
    <pc:chgData name="Hawkins, Trey" userId="S::treyhawkins@my.unt.edu::0f7805ea-0007-4c2f-8d1b-1bedbca3f59f" providerId="AD" clId="Web-{2E37CABC-4292-475B-FBA0-E1B0F34534F5}"/>
    <pc:docChg chg="modSld">
      <pc:chgData name="Hawkins, Trey" userId="S::treyhawkins@my.unt.edu::0f7805ea-0007-4c2f-8d1b-1bedbca3f59f" providerId="AD" clId="Web-{2E37CABC-4292-475B-FBA0-E1B0F34534F5}" dt="2026-05-01T04:34:58.458" v="1" actId="14100"/>
      <pc:docMkLst>
        <pc:docMk/>
      </pc:docMkLst>
      <pc:sldChg chg="modSp">
        <pc:chgData name="Hawkins, Trey" userId="S::treyhawkins@my.unt.edu::0f7805ea-0007-4c2f-8d1b-1bedbca3f59f" providerId="AD" clId="Web-{2E37CABC-4292-475B-FBA0-E1B0F34534F5}" dt="2026-05-01T04:34:58.458" v="1" actId="14100"/>
        <pc:sldMkLst>
          <pc:docMk/>
          <pc:sldMk cId="3260915093" sldId="268"/>
        </pc:sldMkLst>
        <pc:picChg chg="mod">
          <ac:chgData name="Hawkins, Trey" userId="S::treyhawkins@my.unt.edu::0f7805ea-0007-4c2f-8d1b-1bedbca3f59f" providerId="AD" clId="Web-{2E37CABC-4292-475B-FBA0-E1B0F34534F5}" dt="2026-05-01T04:34:58.458" v="1" actId="14100"/>
          <ac:picMkLst>
            <pc:docMk/>
            <pc:sldMk cId="3260915093" sldId="268"/>
            <ac:picMk id="9" creationId="{389998D1-A66F-CE73-C3C7-3E7BB79C1C34}"/>
          </ac:picMkLst>
        </pc:picChg>
      </pc:sldChg>
    </pc:docChg>
  </pc:docChgLst>
  <pc:docChgLst>
    <pc:chgData name="King, Hollie" userId="S::hollieking@my.unt.edu::a162883f-c7ec-4a55-bcc4-bc26bb88982e" providerId="AD" clId="Web-{647E25BD-3140-5DDC-9000-1D3C3F7EEB30}"/>
    <pc:docChg chg="modSld">
      <pc:chgData name="King, Hollie" userId="S::hollieking@my.unt.edu::a162883f-c7ec-4a55-bcc4-bc26bb88982e" providerId="AD" clId="Web-{647E25BD-3140-5DDC-9000-1D3C3F7EEB30}" dt="2026-04-28T03:28:00.990" v="71" actId="20577"/>
      <pc:docMkLst>
        <pc:docMk/>
      </pc:docMkLst>
    </pc:docChg>
  </pc:docChgLst>
  <pc:docChgLst>
    <pc:chgData name="King, Hollie" userId="S::hollieking@my.unt.edu::a162883f-c7ec-4a55-bcc4-bc26bb88982e" providerId="AD" clId="Web-{20D5F256-E648-CD09-60FB-0C31DAA37E67}"/>
    <pc:docChg chg="addSld delSld modSld">
      <pc:chgData name="King, Hollie" userId="S::hollieking@my.unt.edu::a162883f-c7ec-4a55-bcc4-bc26bb88982e" providerId="AD" clId="Web-{20D5F256-E648-CD09-60FB-0C31DAA37E67}" dt="2026-04-29T02:56:52.938" v="616" actId="1076"/>
      <pc:docMkLst>
        <pc:docMk/>
      </pc:docMkLst>
      <pc:sldChg chg="modSp">
        <pc:chgData name="King, Hollie" userId="S::hollieking@my.unt.edu::a162883f-c7ec-4a55-bcc4-bc26bb88982e" providerId="AD" clId="Web-{20D5F256-E648-CD09-60FB-0C31DAA37E67}" dt="2026-04-29T02:50:18.311" v="604" actId="20577"/>
        <pc:sldMkLst>
          <pc:docMk/>
          <pc:sldMk cId="40394842" sldId="256"/>
        </pc:sldMkLst>
        <pc:spChg chg="mod">
          <ac:chgData name="King, Hollie" userId="S::hollieking@my.unt.edu::a162883f-c7ec-4a55-bcc4-bc26bb88982e" providerId="AD" clId="Web-{20D5F256-E648-CD09-60FB-0C31DAA37E67}" dt="2026-04-29T02:50:18.311" v="604" actId="20577"/>
          <ac:spMkLst>
            <pc:docMk/>
            <pc:sldMk cId="40394842" sldId="256"/>
            <ac:spMk id="3" creationId="{D16FDCF4-028D-7F10-7500-E328EBF759A7}"/>
          </ac:spMkLst>
        </pc:spChg>
      </pc:sldChg>
      <pc:sldChg chg="modSp">
        <pc:chgData name="King, Hollie" userId="S::hollieking@my.unt.edu::a162883f-c7ec-4a55-bcc4-bc26bb88982e" providerId="AD" clId="Web-{20D5F256-E648-CD09-60FB-0C31DAA37E67}" dt="2026-04-29T02:47:13.215" v="586" actId="20577"/>
        <pc:sldMkLst>
          <pc:docMk/>
          <pc:sldMk cId="1642910660" sldId="263"/>
        </pc:sldMkLst>
        <pc:spChg chg="mod">
          <ac:chgData name="King, Hollie" userId="S::hollieking@my.unt.edu::a162883f-c7ec-4a55-bcc4-bc26bb88982e" providerId="AD" clId="Web-{20D5F256-E648-CD09-60FB-0C31DAA37E67}" dt="2026-04-29T02:47:13.215" v="586" actId="20577"/>
          <ac:spMkLst>
            <pc:docMk/>
            <pc:sldMk cId="1642910660" sldId="263"/>
            <ac:spMk id="3" creationId="{BAA828FF-B582-2FF4-7D2D-941986719068}"/>
          </ac:spMkLst>
        </pc:spChg>
      </pc:sldChg>
      <pc:sldChg chg="modSp">
        <pc:chgData name="King, Hollie" userId="S::hollieking@my.unt.edu::a162883f-c7ec-4a55-bcc4-bc26bb88982e" providerId="AD" clId="Web-{20D5F256-E648-CD09-60FB-0C31DAA37E67}" dt="2026-04-29T02:50:47.202" v="606" actId="1076"/>
        <pc:sldMkLst>
          <pc:docMk/>
          <pc:sldMk cId="3683556536" sldId="266"/>
        </pc:sldMkLst>
        <pc:spChg chg="mod">
          <ac:chgData name="King, Hollie" userId="S::hollieking@my.unt.edu::a162883f-c7ec-4a55-bcc4-bc26bb88982e" providerId="AD" clId="Web-{20D5F256-E648-CD09-60FB-0C31DAA37E67}" dt="2026-04-29T02:50:40.952" v="605" actId="1076"/>
          <ac:spMkLst>
            <pc:docMk/>
            <pc:sldMk cId="3683556536" sldId="266"/>
            <ac:spMk id="5" creationId="{C271C5B0-CC5E-D26B-3999-2F6F636723BC}"/>
          </ac:spMkLst>
        </pc:spChg>
        <pc:spChg chg="mod">
          <ac:chgData name="King, Hollie" userId="S::hollieking@my.unt.edu::a162883f-c7ec-4a55-bcc4-bc26bb88982e" providerId="AD" clId="Web-{20D5F256-E648-CD09-60FB-0C31DAA37E67}" dt="2026-04-29T02:50:47.202" v="606" actId="1076"/>
          <ac:spMkLst>
            <pc:docMk/>
            <pc:sldMk cId="3683556536" sldId="266"/>
            <ac:spMk id="31" creationId="{3A8A93A9-678D-C32E-8935-9A87971CCC62}"/>
          </ac:spMkLst>
        </pc:spChg>
        <pc:cxnChg chg="mod">
          <ac:chgData name="King, Hollie" userId="S::hollieking@my.unt.edu::a162883f-c7ec-4a55-bcc4-bc26bb88982e" providerId="AD" clId="Web-{20D5F256-E648-CD09-60FB-0C31DAA37E67}" dt="2026-04-29T02:50:40.952" v="605" actId="1076"/>
          <ac:cxnSpMkLst>
            <pc:docMk/>
            <pc:sldMk cId="3683556536" sldId="266"/>
            <ac:cxnSpMk id="7" creationId="{FC80D674-E1EE-C5B5-3015-1D6C402B3AD4}"/>
          </ac:cxnSpMkLst>
        </pc:cxnChg>
        <pc:cxnChg chg="mod">
          <ac:chgData name="King, Hollie" userId="S::hollieking@my.unt.edu::a162883f-c7ec-4a55-bcc4-bc26bb88982e" providerId="AD" clId="Web-{20D5F256-E648-CD09-60FB-0C31DAA37E67}" dt="2026-04-29T02:50:47.202" v="606" actId="1076"/>
          <ac:cxnSpMkLst>
            <pc:docMk/>
            <pc:sldMk cId="3683556536" sldId="266"/>
            <ac:cxnSpMk id="32" creationId="{ED7C775D-2EFE-6E4D-8CB3-B9C3C51E327A}"/>
          </ac:cxnSpMkLst>
        </pc:cxnChg>
        <pc:cxnChg chg="mod">
          <ac:chgData name="King, Hollie" userId="S::hollieking@my.unt.edu::a162883f-c7ec-4a55-bcc4-bc26bb88982e" providerId="AD" clId="Web-{20D5F256-E648-CD09-60FB-0C31DAA37E67}" dt="2026-04-29T02:50:47.202" v="606" actId="1076"/>
          <ac:cxnSpMkLst>
            <pc:docMk/>
            <pc:sldMk cId="3683556536" sldId="266"/>
            <ac:cxnSpMk id="36" creationId="{CBC6DCE7-6FF6-5405-D894-6F1479EC6C98}"/>
          </ac:cxnSpMkLst>
        </pc:cxnChg>
      </pc:sldChg>
      <pc:sldChg chg="addSp modSp">
        <pc:chgData name="King, Hollie" userId="S::hollieking@my.unt.edu::a162883f-c7ec-4a55-bcc4-bc26bb88982e" providerId="AD" clId="Web-{20D5F256-E648-CD09-60FB-0C31DAA37E67}" dt="2026-04-29T02:26:10.320" v="13" actId="1076"/>
        <pc:sldMkLst>
          <pc:docMk/>
          <pc:sldMk cId="3260915093" sldId="268"/>
        </pc:sldMkLst>
        <pc:picChg chg="add mod">
          <ac:chgData name="King, Hollie" userId="S::hollieking@my.unt.edu::a162883f-c7ec-4a55-bcc4-bc26bb88982e" providerId="AD" clId="Web-{20D5F256-E648-CD09-60FB-0C31DAA37E67}" dt="2026-04-29T02:26:10.320" v="13" actId="1076"/>
          <ac:picMkLst>
            <pc:docMk/>
            <pc:sldMk cId="3260915093" sldId="268"/>
            <ac:picMk id="3" creationId="{8D7AE5C2-2051-3FA3-A19E-DAFF9D9507B1}"/>
          </ac:picMkLst>
        </pc:picChg>
        <pc:picChg chg="mod">
          <ac:chgData name="King, Hollie" userId="S::hollieking@my.unt.edu::a162883f-c7ec-4a55-bcc4-bc26bb88982e" providerId="AD" clId="Web-{20D5F256-E648-CD09-60FB-0C31DAA37E67}" dt="2026-04-29T02:26:06.773" v="11" actId="1076"/>
          <ac:picMkLst>
            <pc:docMk/>
            <pc:sldMk cId="3260915093" sldId="268"/>
            <ac:picMk id="4" creationId="{F4D80C7A-1B80-DF7E-E3CF-93888958D0E8}"/>
          </ac:picMkLst>
        </pc:picChg>
        <pc:picChg chg="mod">
          <ac:chgData name="King, Hollie" userId="S::hollieking@my.unt.edu::a162883f-c7ec-4a55-bcc4-bc26bb88982e" providerId="AD" clId="Web-{20D5F256-E648-CD09-60FB-0C31DAA37E67}" dt="2026-04-29T02:26:08.866" v="12" actId="1076"/>
          <ac:picMkLst>
            <pc:docMk/>
            <pc:sldMk cId="3260915093" sldId="268"/>
            <ac:picMk id="9" creationId="{389998D1-A66F-CE73-C3C7-3E7BB79C1C34}"/>
          </ac:picMkLst>
        </pc:picChg>
      </pc:sldChg>
      <pc:sldChg chg="modSp">
        <pc:chgData name="King, Hollie" userId="S::hollieking@my.unt.edu::a162883f-c7ec-4a55-bcc4-bc26bb88982e" providerId="AD" clId="Web-{20D5F256-E648-CD09-60FB-0C31DAA37E67}" dt="2026-04-29T02:49:11.341" v="599" actId="20577"/>
        <pc:sldMkLst>
          <pc:docMk/>
          <pc:sldMk cId="3197554743" sldId="269"/>
        </pc:sldMkLst>
        <pc:spChg chg="mod">
          <ac:chgData name="King, Hollie" userId="S::hollieking@my.unt.edu::a162883f-c7ec-4a55-bcc4-bc26bb88982e" providerId="AD" clId="Web-{20D5F256-E648-CD09-60FB-0C31DAA37E67}" dt="2026-04-29T02:49:11.341" v="599" actId="20577"/>
          <ac:spMkLst>
            <pc:docMk/>
            <pc:sldMk cId="3197554743" sldId="269"/>
            <ac:spMk id="3" creationId="{9EBCBCF9-DF97-78BB-15DF-CCB64A919BA6}"/>
          </ac:spMkLst>
        </pc:spChg>
      </pc:sldChg>
      <pc:sldChg chg="addSp delSp modSp add replId">
        <pc:chgData name="King, Hollie" userId="S::hollieking@my.unt.edu::a162883f-c7ec-4a55-bcc4-bc26bb88982e" providerId="AD" clId="Web-{20D5F256-E648-CD09-60FB-0C31DAA37E67}" dt="2026-04-29T02:56:52.938" v="616" actId="1076"/>
        <pc:sldMkLst>
          <pc:docMk/>
          <pc:sldMk cId="2433206354" sldId="270"/>
        </pc:sldMkLst>
        <pc:picChg chg="add mod">
          <ac:chgData name="King, Hollie" userId="S::hollieking@my.unt.edu::a162883f-c7ec-4a55-bcc4-bc26bb88982e" providerId="AD" clId="Web-{20D5F256-E648-CD09-60FB-0C31DAA37E67}" dt="2026-04-29T02:56:52.938" v="616" actId="1076"/>
          <ac:picMkLst>
            <pc:docMk/>
            <pc:sldMk cId="2433206354" sldId="270"/>
            <ac:picMk id="3" creationId="{DDDE7B40-A18F-B10C-470A-1216D56F836D}"/>
          </ac:picMkLst>
        </pc:picChg>
      </pc:sldChg>
    </pc:docChg>
  </pc:docChgLst>
  <pc:docChgLst>
    <pc:chgData name="Nguyen, Dinh Cao Dat" userId="S::datnguyen2@my.unt.edu::d7d3a859-13bc-48fb-8958-938908025b66" providerId="AD" clId="Web-{B6D00D87-F60B-AAD8-62B0-323D49C5B561}"/>
    <pc:docChg chg="modSld">
      <pc:chgData name="Nguyen, Dinh Cao Dat" userId="S::datnguyen2@my.unt.edu::d7d3a859-13bc-48fb-8958-938908025b66" providerId="AD" clId="Web-{B6D00D87-F60B-AAD8-62B0-323D49C5B561}" dt="2026-04-29T02:28:11.526" v="58" actId="20577"/>
      <pc:docMkLst>
        <pc:docMk/>
      </pc:docMkLst>
      <pc:sldChg chg="modSp">
        <pc:chgData name="Nguyen, Dinh Cao Dat" userId="S::datnguyen2@my.unt.edu::d7d3a859-13bc-48fb-8958-938908025b66" providerId="AD" clId="Web-{B6D00D87-F60B-AAD8-62B0-323D49C5B561}" dt="2026-04-29T01:39:16.149" v="49" actId="20577"/>
        <pc:sldMkLst>
          <pc:docMk/>
          <pc:sldMk cId="40394842" sldId="256"/>
        </pc:sldMkLst>
        <pc:spChg chg="mod">
          <ac:chgData name="Nguyen, Dinh Cao Dat" userId="S::datnguyen2@my.unt.edu::d7d3a859-13bc-48fb-8958-938908025b66" providerId="AD" clId="Web-{B6D00D87-F60B-AAD8-62B0-323D49C5B561}" dt="2026-04-29T01:39:16.149" v="49" actId="20577"/>
          <ac:spMkLst>
            <pc:docMk/>
            <pc:sldMk cId="40394842" sldId="256"/>
            <ac:spMk id="3" creationId="{D16FDCF4-028D-7F10-7500-E328EBF759A7}"/>
          </ac:spMkLst>
        </pc:spChg>
      </pc:sldChg>
      <pc:sldChg chg="modSp">
        <pc:chgData name="Nguyen, Dinh Cao Dat" userId="S::datnguyen2@my.unt.edu::d7d3a859-13bc-48fb-8958-938908025b66" providerId="AD" clId="Web-{B6D00D87-F60B-AAD8-62B0-323D49C5B561}" dt="2026-04-29T02:28:11.526" v="58" actId="20577"/>
        <pc:sldMkLst>
          <pc:docMk/>
          <pc:sldMk cId="3197554743" sldId="269"/>
        </pc:sldMkLst>
        <pc:spChg chg="mod">
          <ac:chgData name="Nguyen, Dinh Cao Dat" userId="S::datnguyen2@my.unt.edu::d7d3a859-13bc-48fb-8958-938908025b66" providerId="AD" clId="Web-{B6D00D87-F60B-AAD8-62B0-323D49C5B561}" dt="2026-04-29T02:28:11.526" v="58" actId="20577"/>
          <ac:spMkLst>
            <pc:docMk/>
            <pc:sldMk cId="3197554743" sldId="269"/>
            <ac:spMk id="3" creationId="{9EBCBCF9-DF97-78BB-15DF-CCB64A919BA6}"/>
          </ac:spMkLst>
        </pc:spChg>
      </pc:sldChg>
    </pc:docChg>
  </pc:docChgLst>
  <pc:docChgLst>
    <pc:chgData name="Hawkins, Trey" userId="S::treyhawkins@my.unt.edu::0f7805ea-0007-4c2f-8d1b-1bedbca3f59f" providerId="AD" clId="Web-{884FBA95-AC6E-4467-FDBC-13E50E5706BE}"/>
    <pc:docChg chg="modSld">
      <pc:chgData name="Hawkins, Trey" userId="S::treyhawkins@my.unt.edu::0f7805ea-0007-4c2f-8d1b-1bedbca3f59f" providerId="AD" clId="Web-{884FBA95-AC6E-4467-FDBC-13E50E5706BE}" dt="2026-04-29T20:39:33.542" v="1" actId="1076"/>
      <pc:docMkLst>
        <pc:docMk/>
      </pc:docMkLst>
      <pc:sldChg chg="modSp">
        <pc:chgData name="Hawkins, Trey" userId="S::treyhawkins@my.unt.edu::0f7805ea-0007-4c2f-8d1b-1bedbca3f59f" providerId="AD" clId="Web-{884FBA95-AC6E-4467-FDBC-13E50E5706BE}" dt="2026-04-29T20:39:33.542" v="1" actId="1076"/>
        <pc:sldMkLst>
          <pc:docMk/>
          <pc:sldMk cId="3260915093" sldId="268"/>
        </pc:sldMkLst>
        <pc:picChg chg="mod">
          <ac:chgData name="Hawkins, Trey" userId="S::treyhawkins@my.unt.edu::0f7805ea-0007-4c2f-8d1b-1bedbca3f59f" providerId="AD" clId="Web-{884FBA95-AC6E-4467-FDBC-13E50E5706BE}" dt="2026-04-29T20:39:33.542" v="1" actId="1076"/>
          <ac:picMkLst>
            <pc:docMk/>
            <pc:sldMk cId="3260915093" sldId="268"/>
            <ac:picMk id="9" creationId="{389998D1-A66F-CE73-C3C7-3E7BB79C1C34}"/>
          </ac:picMkLst>
        </pc:picChg>
      </pc:sldChg>
    </pc:docChg>
  </pc:docChgLst>
  <pc:docChgLst>
    <pc:chgData name="Hollie King" userId="421008f176525ff8" providerId="LiveId" clId="{BDB07626-928B-4323-98C4-20FCAC546B7F}"/>
    <pc:docChg chg="custSel modSld">
      <pc:chgData name="Hollie King" userId="421008f176525ff8" providerId="LiveId" clId="{BDB07626-928B-4323-98C4-20FCAC546B7F}" dt="2026-04-28T03:12:59.814" v="158" actId="20577"/>
      <pc:docMkLst>
        <pc:docMk/>
      </pc:docMkLst>
      <pc:sldChg chg="modSp mod">
        <pc:chgData name="Hollie King" userId="421008f176525ff8" providerId="LiveId" clId="{BDB07626-928B-4323-98C4-20FCAC546B7F}" dt="2026-04-28T03:12:59.814" v="158" actId="20577"/>
        <pc:sldMkLst>
          <pc:docMk/>
          <pc:sldMk cId="1316812269" sldId="260"/>
        </pc:sldMkLst>
        <pc:spChg chg="mod">
          <ac:chgData name="Hollie King" userId="421008f176525ff8" providerId="LiveId" clId="{BDB07626-928B-4323-98C4-20FCAC546B7F}" dt="2026-04-28T03:12:59.814" v="158" actId="20577"/>
          <ac:spMkLst>
            <pc:docMk/>
            <pc:sldMk cId="1316812269" sldId="260"/>
            <ac:spMk id="3" creationId="{4AC2196B-4663-2A91-4A15-1790C430FC60}"/>
          </ac:spMkLst>
        </pc:spChg>
      </pc:sldChg>
    </pc:docChg>
  </pc:docChgLst>
  <pc:docChgLst>
    <pc:chgData name="Hekamanu, Jean-Charles" userId="S::jean-charleshekamanu@my.unt.edu::d3f278eb-b75e-45bc-b4d5-e9b780580809" providerId="AD" clId="Web-{6142BAF8-FCF5-0C85-7CAC-04049505F58F}"/>
    <pc:docChg chg="modSld">
      <pc:chgData name="Hekamanu, Jean-Charles" userId="S::jean-charleshekamanu@my.unt.edu::d3f278eb-b75e-45bc-b4d5-e9b780580809" providerId="AD" clId="Web-{6142BAF8-FCF5-0C85-7CAC-04049505F58F}" dt="2026-04-29T02:47:05.107" v="14" actId="20577"/>
      <pc:docMkLst>
        <pc:docMk/>
      </pc:docMkLst>
      <pc:sldChg chg="modSp">
        <pc:chgData name="Hekamanu, Jean-Charles" userId="S::jean-charleshekamanu@my.unt.edu::d3f278eb-b75e-45bc-b4d5-e9b780580809" providerId="AD" clId="Web-{6142BAF8-FCF5-0C85-7CAC-04049505F58F}" dt="2026-04-29T02:47:05.107" v="14" actId="20577"/>
        <pc:sldMkLst>
          <pc:docMk/>
          <pc:sldMk cId="3197554743" sldId="269"/>
        </pc:sldMkLst>
        <pc:spChg chg="mod">
          <ac:chgData name="Hekamanu, Jean-Charles" userId="S::jean-charleshekamanu@my.unt.edu::d3f278eb-b75e-45bc-b4d5-e9b780580809" providerId="AD" clId="Web-{6142BAF8-FCF5-0C85-7CAC-04049505F58F}" dt="2026-04-29T02:47:05.107" v="14" actId="20577"/>
          <ac:spMkLst>
            <pc:docMk/>
            <pc:sldMk cId="3197554743" sldId="269"/>
            <ac:spMk id="3" creationId="{9EBCBCF9-DF97-78BB-15DF-CCB64A919BA6}"/>
          </ac:spMkLst>
        </pc:spChg>
      </pc:sldChg>
    </pc:docChg>
  </pc:docChgLst>
  <pc:docChgLst>
    <pc:chgData name="King, Hollie" userId="a162883f-c7ec-4a55-bcc4-bc26bb88982e" providerId="ADAL" clId="{BDB07626-928B-4323-98C4-20FCAC546B7F}"/>
    <pc:docChg chg="addSld delSld modSld">
      <pc:chgData name="King, Hollie" userId="a162883f-c7ec-4a55-bcc4-bc26bb88982e" providerId="ADAL" clId="{BDB07626-928B-4323-98C4-20FCAC546B7F}" dt="2026-04-28T23:32:48.344" v="17" actId="1076"/>
      <pc:docMkLst>
        <pc:docMk/>
      </pc:docMkLst>
      <pc:sldChg chg="add">
        <pc:chgData name="King, Hollie" userId="a162883f-c7ec-4a55-bcc4-bc26bb88982e" providerId="ADAL" clId="{BDB07626-928B-4323-98C4-20FCAC546B7F}" dt="2026-04-28T23:24:21.814" v="1"/>
        <pc:sldMkLst>
          <pc:docMk/>
          <pc:sldMk cId="3969373696" sldId="265"/>
        </pc:sldMkLst>
      </pc:sldChg>
      <pc:sldChg chg="modSp add mod">
        <pc:chgData name="King, Hollie" userId="a162883f-c7ec-4a55-bcc4-bc26bb88982e" providerId="ADAL" clId="{BDB07626-928B-4323-98C4-20FCAC546B7F}" dt="2026-04-28T23:32:48.344" v="17" actId="1076"/>
        <pc:sldMkLst>
          <pc:docMk/>
          <pc:sldMk cId="3683556536" sldId="266"/>
        </pc:sldMkLst>
        <pc:spChg chg="mod">
          <ac:chgData name="King, Hollie" userId="a162883f-c7ec-4a55-bcc4-bc26bb88982e" providerId="ADAL" clId="{BDB07626-928B-4323-98C4-20FCAC546B7F}" dt="2026-04-28T23:32:48.344" v="17" actId="1076"/>
          <ac:spMkLst>
            <pc:docMk/>
            <pc:sldMk cId="3683556536" sldId="266"/>
            <ac:spMk id="3" creationId="{0C35ABD8-ACAA-AC96-02B5-788802BCA586}"/>
          </ac:spMkLst>
        </pc:spChg>
      </pc:sldChg>
      <pc:sldChg chg="modSp add mod">
        <pc:chgData name="King, Hollie" userId="a162883f-c7ec-4a55-bcc4-bc26bb88982e" providerId="ADAL" clId="{BDB07626-928B-4323-98C4-20FCAC546B7F}" dt="2026-04-28T23:27:36.880" v="12" actId="1076"/>
        <pc:sldMkLst>
          <pc:docMk/>
          <pc:sldMk cId="3847220145" sldId="267"/>
        </pc:sldMkLst>
        <pc:picChg chg="mod">
          <ac:chgData name="King, Hollie" userId="a162883f-c7ec-4a55-bcc4-bc26bb88982e" providerId="ADAL" clId="{BDB07626-928B-4323-98C4-20FCAC546B7F}" dt="2026-04-28T23:27:36.880" v="12" actId="1076"/>
          <ac:picMkLst>
            <pc:docMk/>
            <pc:sldMk cId="3847220145" sldId="267"/>
            <ac:picMk id="5" creationId="{0E656D9F-0487-06E4-AF50-9DA3809B7450}"/>
          </ac:picMkLst>
        </pc:picChg>
        <pc:picChg chg="mod">
          <ac:chgData name="King, Hollie" userId="a162883f-c7ec-4a55-bcc4-bc26bb88982e" providerId="ADAL" clId="{BDB07626-928B-4323-98C4-20FCAC546B7F}" dt="2026-04-28T23:27:31.896" v="11" actId="1076"/>
          <ac:picMkLst>
            <pc:docMk/>
            <pc:sldMk cId="3847220145" sldId="267"/>
            <ac:picMk id="11" creationId="{0FD4420D-5477-37ED-1D45-CDC08D31244F}"/>
          </ac:picMkLst>
        </pc:picChg>
      </pc:sldChg>
      <pc:sldChg chg="add">
        <pc:chgData name="King, Hollie" userId="a162883f-c7ec-4a55-bcc4-bc26bb88982e" providerId="ADAL" clId="{BDB07626-928B-4323-98C4-20FCAC546B7F}" dt="2026-04-28T23:25:59.206" v="8"/>
        <pc:sldMkLst>
          <pc:docMk/>
          <pc:sldMk cId="3260915093" sldId="268"/>
        </pc:sldMkLst>
      </pc:sldChg>
      <pc:sldChg chg="add">
        <pc:chgData name="King, Hollie" userId="a162883f-c7ec-4a55-bcc4-bc26bb88982e" providerId="ADAL" clId="{BDB07626-928B-4323-98C4-20FCAC546B7F}" dt="2026-04-28T23:26:09.028" v="9"/>
        <pc:sldMkLst>
          <pc:docMk/>
          <pc:sldMk cId="3197554743" sldId="26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A8CF6-D399-41DA-ABF8-36C471952A30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DC387-62FB-4A62-8A14-331EA1A5A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9745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A8CF6-D399-41DA-ABF8-36C471952A30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DC387-62FB-4A62-8A14-331EA1A5A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52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A8CF6-D399-41DA-ABF8-36C471952A30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DC387-62FB-4A62-8A14-331EA1A5A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760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A8CF6-D399-41DA-ABF8-36C471952A30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DC387-62FB-4A62-8A14-331EA1A5A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923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A8CF6-D399-41DA-ABF8-36C471952A30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DC387-62FB-4A62-8A14-331EA1A5A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661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A8CF6-D399-41DA-ABF8-36C471952A30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DC387-62FB-4A62-8A14-331EA1A5A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836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A8CF6-D399-41DA-ABF8-36C471952A30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DC387-62FB-4A62-8A14-331EA1A5A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211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A8CF6-D399-41DA-ABF8-36C471952A30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DC387-62FB-4A62-8A14-331EA1A5A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028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A8CF6-D399-41DA-ABF8-36C471952A30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DC387-62FB-4A62-8A14-331EA1A5A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71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A8CF6-D399-41DA-ABF8-36C471952A30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DC387-62FB-4A62-8A14-331EA1A5A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7622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A8CF6-D399-41DA-ABF8-36C471952A30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DC387-62FB-4A62-8A14-331EA1A5A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9978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A8CF6-D399-41DA-ABF8-36C471952A30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DC387-62FB-4A62-8A14-331EA1A5A051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513158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A8CF6-D399-41DA-ABF8-36C471952A30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DC387-62FB-4A62-8A14-331EA1A5A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9100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A8CF6-D399-41DA-ABF8-36C471952A30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DC387-62FB-4A62-8A14-331EA1A5A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1948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A8CF6-D399-41DA-ABF8-36C471952A30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DC387-62FB-4A62-8A14-331EA1A5A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5578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A8CF6-D399-41DA-ABF8-36C471952A30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DC387-62FB-4A62-8A14-331EA1A5A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7184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A8CF6-D399-41DA-ABF8-36C471952A30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DC387-62FB-4A62-8A14-331EA1A5A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366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E79A8CF6-D399-41DA-ABF8-36C471952A30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7DC387-62FB-4A62-8A14-331EA1A5A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41511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portswigger.net/burp/pro" TargetMode="External"/><Relationship Id="rId3" Type="http://schemas.openxmlformats.org/officeDocument/2006/relationships/hyperlink" Target="https://www.siteground.com/kb/how_does_SiteGround_protect_my_website/" TargetMode="External"/><Relationship Id="rId7" Type="http://schemas.openxmlformats.org/officeDocument/2006/relationships/hyperlink" Target="https://supportcandy.net/" TargetMode="External"/><Relationship Id="rId2" Type="http://schemas.openxmlformats.org/officeDocument/2006/relationships/hyperlink" Target="https://cybexconsulting.com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help.tidio.com/hc/en-us" TargetMode="External"/><Relationship Id="rId5" Type="http://schemas.openxmlformats.org/officeDocument/2006/relationships/hyperlink" Target="https://wordpress.org/plugins/wp-2fa/" TargetMode="External"/><Relationship Id="rId4" Type="http://schemas.openxmlformats.org/officeDocument/2006/relationships/hyperlink" Target="https://woocommerce.com/document/stripe/setup-and-configuration/connecting-to-stripe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98ED6-DDCB-483B-71E0-BAB9E0C23F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CYBEX CONSULTING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6FDCF4-028D-7F10-7500-E328EBF759A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/>
              <a:t>GROUP 9</a:t>
            </a:r>
          </a:p>
          <a:p>
            <a:r>
              <a:rPr lang="en-US"/>
              <a:t>Hollie King, Trey Hawkins, Jean-</a:t>
            </a:r>
            <a:r>
              <a:rPr lang="en-US" err="1"/>
              <a:t>charles</a:t>
            </a:r>
            <a:r>
              <a:rPr lang="en-US"/>
              <a:t> </a:t>
            </a:r>
            <a:r>
              <a:rPr lang="en-US" err="1"/>
              <a:t>hekamanu</a:t>
            </a:r>
            <a:r>
              <a:rPr lang="en-US"/>
              <a:t>, Dinh Cao Dat </a:t>
            </a:r>
            <a:r>
              <a:rPr lang="en-US" err="1"/>
              <a:t>NguYen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48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C6239-A146-B125-58E7-1238A111A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4C789B-C112-C268-32AD-65F041899F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j-lt"/>
                <a:cs typeface="+mj-lt"/>
              </a:rPr>
              <a:t>Cybex Consulting is a cybersecurity firm dedicated to providing modern security solutions for businesses.</a:t>
            </a:r>
          </a:p>
          <a:p>
            <a:pPr>
              <a:buClr>
                <a:srgbClr val="AFC5B9"/>
              </a:buClr>
            </a:pPr>
            <a:r>
              <a:rPr lang="en-US">
                <a:ea typeface="+mj-lt"/>
                <a:cs typeface="+mj-lt"/>
              </a:rPr>
              <a:t>As cyber threats continue to evolve, organizations struggle to protect their systems, maintain compliance, and train their teams effectively. </a:t>
            </a:r>
          </a:p>
          <a:p>
            <a:pPr>
              <a:buClr>
                <a:srgbClr val="AFC5B9"/>
              </a:buClr>
            </a:pPr>
            <a:r>
              <a:rPr lang="en-US">
                <a:ea typeface="+mj-lt"/>
                <a:cs typeface="+mj-lt"/>
              </a:rPr>
              <a:t>Cybex Consulting addresses these challenges by offering expert-driven services from penetration testing and system hardening to compliance advisory and security awareness training  </a:t>
            </a:r>
          </a:p>
          <a:p>
            <a:pPr>
              <a:buClr>
                <a:srgbClr val="AFC5B9"/>
              </a:buClr>
            </a:pPr>
            <a:r>
              <a:rPr lang="en-US">
                <a:ea typeface="+mj-lt"/>
                <a:cs typeface="+mj-lt"/>
              </a:rPr>
              <a:t>All accessible through a web platform.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3343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58EB9-3A14-4630-0300-EE27A561C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88C3C-A087-B3EF-42D7-766D66EC3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Concept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DDE7B40-A18F-B10C-470A-1216D56F83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7786" y="1351280"/>
            <a:ext cx="7530668" cy="5313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2063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0534B-852C-803B-037F-C726DDE07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5630C-90E1-3767-3EDF-5BAF5B5BC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77406"/>
          </a:xfrm>
        </p:spPr>
        <p:txBody>
          <a:bodyPr/>
          <a:lstStyle/>
          <a:p>
            <a:r>
              <a:rPr lang="en-US"/>
              <a:t>Site Configuration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441DFC-FA4F-B04D-58E9-505516DDD4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330124"/>
            <a:ext cx="8946541" cy="4918275"/>
          </a:xfrm>
        </p:spPr>
        <p:txBody>
          <a:bodyPr>
            <a:normAutofit/>
          </a:bodyPr>
          <a:lstStyle/>
          <a:p>
            <a:r>
              <a:rPr lang="en-US"/>
              <a:t>Hosted on </a:t>
            </a:r>
            <a:r>
              <a:rPr lang="en-US" err="1"/>
              <a:t>SiteGround</a:t>
            </a:r>
            <a:r>
              <a:rPr lang="en-US"/>
              <a:t> with Security Optimizer</a:t>
            </a:r>
          </a:p>
          <a:p>
            <a:r>
              <a:rPr lang="en-US"/>
              <a:t>Using WordPress</a:t>
            </a:r>
          </a:p>
          <a:p>
            <a:r>
              <a:rPr lang="en-US"/>
              <a:t>MySQL DB</a:t>
            </a:r>
          </a:p>
          <a:p>
            <a:r>
              <a:rPr lang="en-US"/>
              <a:t>SSL enabled, HTTPS enforced</a:t>
            </a:r>
          </a:p>
          <a:p>
            <a:r>
              <a:rPr lang="en-US"/>
              <a:t>WAF enabled</a:t>
            </a:r>
          </a:p>
          <a:p>
            <a:r>
              <a:rPr lang="en-US"/>
              <a:t>CDN enabled</a:t>
            </a:r>
          </a:p>
          <a:p>
            <a:r>
              <a:rPr lang="en-US"/>
              <a:t>MFA enforced</a:t>
            </a:r>
          </a:p>
          <a:p>
            <a:r>
              <a:rPr lang="en-US"/>
              <a:t>Role Based Access Management</a:t>
            </a:r>
          </a:p>
          <a:p>
            <a:r>
              <a:rPr lang="en-US"/>
              <a:t>Wp-admin login URL protected</a:t>
            </a:r>
          </a:p>
          <a:p>
            <a:r>
              <a:rPr lang="en-US"/>
              <a:t>Admin email alerts</a:t>
            </a:r>
          </a:p>
          <a:p>
            <a:r>
              <a:rPr lang="en-US"/>
              <a:t>Email included</a:t>
            </a:r>
          </a:p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7848FE-DA32-C04B-E162-81D8E2E658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20" t="23115" r="13359" b="60661"/>
          <a:stretch>
            <a:fillRect/>
          </a:stretch>
        </p:blipFill>
        <p:spPr>
          <a:xfrm>
            <a:off x="5638800" y="2004541"/>
            <a:ext cx="6419850" cy="8774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C59AB22-4C90-8152-1C43-4E69B2CD5B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20" t="27642" r="33672" b="37620"/>
          <a:stretch>
            <a:fillRect/>
          </a:stretch>
        </p:blipFill>
        <p:spPr>
          <a:xfrm>
            <a:off x="6428092" y="2946304"/>
            <a:ext cx="4841266" cy="213808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23F328A-FEF4-D7DE-226C-0110D29D54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9564" y="5148744"/>
            <a:ext cx="4458322" cy="1019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3736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EB98D-C8DF-D006-89EB-EF785A62B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9EBD8-C5F3-392E-3D69-2C8FB57E0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DataFlow</a:t>
            </a:r>
            <a:r>
              <a:rPr lang="en-US"/>
              <a:t> Diagram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271C5B0-CC5E-D26B-3999-2F6F636723BC}"/>
              </a:ext>
            </a:extLst>
          </p:cNvPr>
          <p:cNvSpPr/>
          <p:nvPr/>
        </p:nvSpPr>
        <p:spPr>
          <a:xfrm>
            <a:off x="507325" y="2523744"/>
            <a:ext cx="1264985" cy="58521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Customers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C35ABD8-ACAA-AC96-02B5-788802BCA586}"/>
              </a:ext>
            </a:extLst>
          </p:cNvPr>
          <p:cNvSpPr/>
          <p:nvPr/>
        </p:nvSpPr>
        <p:spPr>
          <a:xfrm>
            <a:off x="3019064" y="1788034"/>
            <a:ext cx="5877277" cy="3593592"/>
          </a:xfrm>
          <a:prstGeom prst="round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9078EC5-48C1-612B-EB07-FB4B7728F7A2}"/>
              </a:ext>
            </a:extLst>
          </p:cNvPr>
          <p:cNvSpPr/>
          <p:nvPr/>
        </p:nvSpPr>
        <p:spPr>
          <a:xfrm>
            <a:off x="9293786" y="2075688"/>
            <a:ext cx="2066544" cy="1033272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Stripe Gateway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C80D674-E1EE-C5B5-3015-1D6C402B3AD4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1772310" y="2816352"/>
            <a:ext cx="1339681" cy="0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2D0E703-2B43-E3E3-8FC3-457C35D2D498}"/>
              </a:ext>
            </a:extLst>
          </p:cNvPr>
          <p:cNvCxnSpPr>
            <a:cxnSpLocks/>
          </p:cNvCxnSpPr>
          <p:nvPr/>
        </p:nvCxnSpPr>
        <p:spPr>
          <a:xfrm>
            <a:off x="1947672" y="1728216"/>
            <a:ext cx="0" cy="4041648"/>
          </a:xfrm>
          <a:prstGeom prst="line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F6297C4-CC8E-336C-C99D-5E9F093DE909}"/>
              </a:ext>
            </a:extLst>
          </p:cNvPr>
          <p:cNvCxnSpPr>
            <a:cxnSpLocks/>
          </p:cNvCxnSpPr>
          <p:nvPr/>
        </p:nvCxnSpPr>
        <p:spPr>
          <a:xfrm>
            <a:off x="2605536" y="1728216"/>
            <a:ext cx="0" cy="4041648"/>
          </a:xfrm>
          <a:prstGeom prst="line">
            <a:avLst/>
          </a:prstGeom>
          <a:ln w="19050" cap="flat" cmpd="sng" algn="ctr">
            <a:solidFill>
              <a:schemeClr val="accent3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87CAD7F-E7F3-7CCF-C7B1-CB589D03A13C}"/>
              </a:ext>
            </a:extLst>
          </p:cNvPr>
          <p:cNvSpPr txBox="1"/>
          <p:nvPr/>
        </p:nvSpPr>
        <p:spPr>
          <a:xfrm>
            <a:off x="1590042" y="1358884"/>
            <a:ext cx="7152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29676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CDN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05D689B-30E5-D25B-8526-731C034FA7C8}"/>
              </a:ext>
            </a:extLst>
          </p:cNvPr>
          <p:cNvSpPr txBox="1"/>
          <p:nvPr/>
        </p:nvSpPr>
        <p:spPr>
          <a:xfrm>
            <a:off x="2260730" y="1347200"/>
            <a:ext cx="6896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C0CF3A">
                    <a:lumMod val="60000"/>
                    <a:lumOff val="4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WAF</a:t>
            </a:r>
          </a:p>
        </p:txBody>
      </p:sp>
      <p:sp>
        <p:nvSpPr>
          <p:cNvPr id="19" name="Flowchart: Alternate Process 18">
            <a:extLst>
              <a:ext uri="{FF2B5EF4-FFF2-40B4-BE49-F238E27FC236}">
                <a16:creationId xmlns:a16="http://schemas.microsoft.com/office/drawing/2014/main" id="{0AC166E6-CEF9-0B76-BF81-5332D09D01C8}"/>
              </a:ext>
            </a:extLst>
          </p:cNvPr>
          <p:cNvSpPr/>
          <p:nvPr/>
        </p:nvSpPr>
        <p:spPr>
          <a:xfrm>
            <a:off x="3319298" y="2143133"/>
            <a:ext cx="4167352" cy="2952742"/>
          </a:xfrm>
          <a:prstGeom prst="flowChartAlternateProcess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8" name="Cylinder 17">
            <a:extLst>
              <a:ext uri="{FF2B5EF4-FFF2-40B4-BE49-F238E27FC236}">
                <a16:creationId xmlns:a16="http://schemas.microsoft.com/office/drawing/2014/main" id="{DB83A4C4-97C6-459B-26EC-CA4D70B6F13C}"/>
              </a:ext>
            </a:extLst>
          </p:cNvPr>
          <p:cNvSpPr/>
          <p:nvPr/>
        </p:nvSpPr>
        <p:spPr>
          <a:xfrm>
            <a:off x="7738835" y="3749040"/>
            <a:ext cx="914400" cy="1216152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MySQL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DB</a:t>
            </a:r>
          </a:p>
        </p:txBody>
      </p:sp>
      <p:sp>
        <p:nvSpPr>
          <p:cNvPr id="20" name="Flowchart: Alternate Process 19">
            <a:extLst>
              <a:ext uri="{FF2B5EF4-FFF2-40B4-BE49-F238E27FC236}">
                <a16:creationId xmlns:a16="http://schemas.microsoft.com/office/drawing/2014/main" id="{CE0B479E-68CE-F25D-D643-55EA392CFEAB}"/>
              </a:ext>
            </a:extLst>
          </p:cNvPr>
          <p:cNvSpPr/>
          <p:nvPr/>
        </p:nvSpPr>
        <p:spPr>
          <a:xfrm>
            <a:off x="3707662" y="2336899"/>
            <a:ext cx="3390623" cy="559690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Woo Commerce</a:t>
            </a:r>
          </a:p>
        </p:txBody>
      </p:sp>
      <p:sp>
        <p:nvSpPr>
          <p:cNvPr id="21" name="Flowchart: Alternate Process 20">
            <a:extLst>
              <a:ext uri="{FF2B5EF4-FFF2-40B4-BE49-F238E27FC236}">
                <a16:creationId xmlns:a16="http://schemas.microsoft.com/office/drawing/2014/main" id="{73A88AF4-AA05-6880-8BB5-EB3E1FB15B11}"/>
              </a:ext>
            </a:extLst>
          </p:cNvPr>
          <p:cNvSpPr/>
          <p:nvPr/>
        </p:nvSpPr>
        <p:spPr>
          <a:xfrm>
            <a:off x="3706720" y="3025140"/>
            <a:ext cx="3390623" cy="559690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WP 2FA</a:t>
            </a:r>
          </a:p>
        </p:txBody>
      </p:sp>
      <p:sp>
        <p:nvSpPr>
          <p:cNvPr id="22" name="Flowchart: Alternate Process 21">
            <a:extLst>
              <a:ext uri="{FF2B5EF4-FFF2-40B4-BE49-F238E27FC236}">
                <a16:creationId xmlns:a16="http://schemas.microsoft.com/office/drawing/2014/main" id="{1DF8EDA6-165B-80B5-8C2A-248031EE915B}"/>
              </a:ext>
            </a:extLst>
          </p:cNvPr>
          <p:cNvSpPr/>
          <p:nvPr/>
        </p:nvSpPr>
        <p:spPr>
          <a:xfrm>
            <a:off x="3706720" y="3681567"/>
            <a:ext cx="3390623" cy="559690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TDIO Chat</a:t>
            </a:r>
          </a:p>
        </p:txBody>
      </p:sp>
      <p:sp>
        <p:nvSpPr>
          <p:cNvPr id="23" name="Flowchart: Alternate Process 22">
            <a:extLst>
              <a:ext uri="{FF2B5EF4-FFF2-40B4-BE49-F238E27FC236}">
                <a16:creationId xmlns:a16="http://schemas.microsoft.com/office/drawing/2014/main" id="{0E3648ED-FAF8-60CD-7BB9-0ADB4D89D179}"/>
              </a:ext>
            </a:extLst>
          </p:cNvPr>
          <p:cNvSpPr/>
          <p:nvPr/>
        </p:nvSpPr>
        <p:spPr>
          <a:xfrm>
            <a:off x="3706720" y="4357116"/>
            <a:ext cx="3390623" cy="559690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SupportCandy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BFC8DA7-B89F-D9AA-5658-132CBDD7961F}"/>
              </a:ext>
            </a:extLst>
          </p:cNvPr>
          <p:cNvCxnSpPr>
            <a:stCxn id="20" idx="3"/>
            <a:endCxn id="4" idx="1"/>
          </p:cNvCxnSpPr>
          <p:nvPr/>
        </p:nvCxnSpPr>
        <p:spPr>
          <a:xfrm flipV="1">
            <a:off x="7098285" y="2592324"/>
            <a:ext cx="2195501" cy="2442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2A46106D-C0A4-1727-513D-712DC2E376A5}"/>
              </a:ext>
            </a:extLst>
          </p:cNvPr>
          <p:cNvSpPr txBox="1"/>
          <p:nvPr/>
        </p:nvSpPr>
        <p:spPr>
          <a:xfrm>
            <a:off x="3919921" y="1810759"/>
            <a:ext cx="12987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SiteGround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4442BAC-84EA-6F5D-AB9A-5E9C8A53FB54}"/>
              </a:ext>
            </a:extLst>
          </p:cNvPr>
          <p:cNvSpPr txBox="1"/>
          <p:nvPr/>
        </p:nvSpPr>
        <p:spPr>
          <a:xfrm rot="16200000">
            <a:off x="2856407" y="3167199"/>
            <a:ext cx="13195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WordPress</a:t>
            </a:r>
          </a:p>
        </p:txBody>
      </p:sp>
      <p:sp>
        <p:nvSpPr>
          <p:cNvPr id="29" name="Flowchart: Alternate Process 28">
            <a:extLst>
              <a:ext uri="{FF2B5EF4-FFF2-40B4-BE49-F238E27FC236}">
                <a16:creationId xmlns:a16="http://schemas.microsoft.com/office/drawing/2014/main" id="{8EF0A296-FA01-61A8-D77A-F124A9F32664}"/>
              </a:ext>
            </a:extLst>
          </p:cNvPr>
          <p:cNvSpPr/>
          <p:nvPr/>
        </p:nvSpPr>
        <p:spPr>
          <a:xfrm>
            <a:off x="7738835" y="2854325"/>
            <a:ext cx="914400" cy="612648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SSL Certs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3A8A93A9-678D-C32E-8935-9A87971CCC62}"/>
              </a:ext>
            </a:extLst>
          </p:cNvPr>
          <p:cNvSpPr/>
          <p:nvPr/>
        </p:nvSpPr>
        <p:spPr>
          <a:xfrm>
            <a:off x="504691" y="4334123"/>
            <a:ext cx="1264985" cy="59197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Employees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D7C775D-2EFE-6E4D-8CB3-B9C3C51E327A}"/>
              </a:ext>
            </a:extLst>
          </p:cNvPr>
          <p:cNvCxnSpPr>
            <a:cxnSpLocks/>
            <a:stCxn id="31" idx="3"/>
            <a:endCxn id="23" idx="1"/>
          </p:cNvCxnSpPr>
          <p:nvPr/>
        </p:nvCxnSpPr>
        <p:spPr>
          <a:xfrm>
            <a:off x="1769676" y="4630110"/>
            <a:ext cx="1937044" cy="6851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BC6DCE7-6FF6-5405-D894-6F1479EC6C98}"/>
              </a:ext>
            </a:extLst>
          </p:cNvPr>
          <p:cNvCxnSpPr>
            <a:cxnSpLocks/>
            <a:stCxn id="31" idx="3"/>
            <a:endCxn id="22" idx="1"/>
          </p:cNvCxnSpPr>
          <p:nvPr/>
        </p:nvCxnSpPr>
        <p:spPr>
          <a:xfrm flipV="1">
            <a:off x="1769676" y="3961412"/>
            <a:ext cx="1937044" cy="668698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B2DFE7A-5B89-7C16-F870-821BF614F3CB}"/>
              </a:ext>
            </a:extLst>
          </p:cNvPr>
          <p:cNvCxnSpPr>
            <a:cxnSpLocks/>
            <a:endCxn id="18" idx="2"/>
          </p:cNvCxnSpPr>
          <p:nvPr/>
        </p:nvCxnSpPr>
        <p:spPr>
          <a:xfrm>
            <a:off x="7484765" y="4357116"/>
            <a:ext cx="254070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35565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9C766-127E-6634-F967-503CD4E9D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23436-4414-B628-E403-6DF8155C7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WordPress Plugins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C2196B-4663-2A91-4A15-1790C430FC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err="1"/>
              <a:t>SiteGround</a:t>
            </a:r>
            <a:r>
              <a:rPr lang="en-US"/>
              <a:t> Security Optimizer – Lock &amp; Protect System Folders, Disable XML-RPC, Advanced XSS Protection, and more</a:t>
            </a:r>
          </a:p>
          <a:p>
            <a:r>
              <a:rPr lang="en-US" err="1"/>
              <a:t>JetPack</a:t>
            </a:r>
            <a:r>
              <a:rPr lang="en-US"/>
              <a:t> – Backups, WAF, monitoring, and more</a:t>
            </a:r>
          </a:p>
          <a:p>
            <a:r>
              <a:rPr lang="en-US"/>
              <a:t>Woo Commerce – Product Management, Cart, Checkout</a:t>
            </a:r>
          </a:p>
          <a:p>
            <a:r>
              <a:rPr lang="en-US"/>
              <a:t>Stripe – Payment Gateway</a:t>
            </a:r>
          </a:p>
          <a:p>
            <a:r>
              <a:rPr lang="en-US"/>
              <a:t>WP 2FA – Enforces 2FA for all users</a:t>
            </a:r>
          </a:p>
          <a:p>
            <a:r>
              <a:rPr lang="en-US" err="1"/>
              <a:t>Tidio</a:t>
            </a:r>
            <a:r>
              <a:rPr lang="en-US"/>
              <a:t> Chat – AI Chatbot</a:t>
            </a:r>
          </a:p>
          <a:p>
            <a:r>
              <a:rPr lang="en-US" err="1"/>
              <a:t>SupportCandy</a:t>
            </a:r>
            <a:r>
              <a:rPr lang="en-US"/>
              <a:t> – Service Tickets for customer support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8122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D5FAD-8D89-6432-BE2D-6A78AF91C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0F670-A8EB-6E58-99EC-9F532C642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Security Testing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656D9F-0487-06E4-AF50-9DA3809B74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290" r="65234" b="3833"/>
          <a:stretch>
            <a:fillRect/>
          </a:stretch>
        </p:blipFill>
        <p:spPr>
          <a:xfrm>
            <a:off x="187685" y="1552499"/>
            <a:ext cx="4238625" cy="43719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DF4AE94-07CE-5496-C7D9-BDC9CDE543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1" t="61111" r="73516" b="4085"/>
          <a:stretch>
            <a:fillRect/>
          </a:stretch>
        </p:blipFill>
        <p:spPr>
          <a:xfrm>
            <a:off x="4655219" y="2644031"/>
            <a:ext cx="3172804" cy="202882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4333DF9-1BDB-617A-6D13-A4C502444F9A}"/>
              </a:ext>
            </a:extLst>
          </p:cNvPr>
          <p:cNvSpPr txBox="1"/>
          <p:nvPr/>
        </p:nvSpPr>
        <p:spPr>
          <a:xfrm>
            <a:off x="5115351" y="1987029"/>
            <a:ext cx="22525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OWASP ZAP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FD4420D-5477-37ED-1D45-CDC08D3124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6932" y="1552499"/>
            <a:ext cx="3987804" cy="500475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C736BC7-956C-7270-D74A-84577FDB354B}"/>
              </a:ext>
            </a:extLst>
          </p:cNvPr>
          <p:cNvSpPr txBox="1"/>
          <p:nvPr/>
        </p:nvSpPr>
        <p:spPr>
          <a:xfrm>
            <a:off x="7982376" y="1029279"/>
            <a:ext cx="13708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Nessus</a:t>
            </a:r>
          </a:p>
        </p:txBody>
      </p:sp>
    </p:spTree>
    <p:extLst>
      <p:ext uri="{BB962C8B-B14F-4D97-AF65-F5344CB8AC3E}">
        <p14:creationId xmlns:p14="http://schemas.microsoft.com/office/powerpoint/2010/main" val="38472201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A29598-692F-A6EE-D36A-E55B453DE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198FA-B626-5B69-6C8D-14694C28B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Security Testing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89998D1-A66F-CE73-C3C7-3E7BB79C1C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75" b="10552"/>
          <a:stretch>
            <a:fillRect/>
          </a:stretch>
        </p:blipFill>
        <p:spPr>
          <a:xfrm>
            <a:off x="1683785" y="1977306"/>
            <a:ext cx="7320079" cy="272497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4D80C7A-1B80-DF7E-E3CF-93888958D0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883" b="10553"/>
          <a:stretch>
            <a:fillRect/>
          </a:stretch>
        </p:blipFill>
        <p:spPr>
          <a:xfrm>
            <a:off x="1391414" y="4811327"/>
            <a:ext cx="8555309" cy="1967534"/>
          </a:xfrm>
          <a:prstGeom prst="rect">
            <a:avLst/>
          </a:prstGeom>
        </p:spPr>
      </p:pic>
      <p:pic>
        <p:nvPicPr>
          <p:cNvPr id="3" name="Picture 2" descr="A computer screen with white text&#10;&#10;AI-generated content may be incorrect.">
            <a:extLst>
              <a:ext uri="{FF2B5EF4-FFF2-40B4-BE49-F238E27FC236}">
                <a16:creationId xmlns:a16="http://schemas.microsoft.com/office/drawing/2014/main" id="{8D7AE5C2-2051-3FA3-A19E-DAFF9D9507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951" y="1275374"/>
            <a:ext cx="10705171" cy="56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9150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3855E-3E79-2DA0-9D54-B0A97808B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3C721-FF48-338C-8463-43091C07E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A828FF-B582-2FF4-7D2D-9419867190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Clr>
                <a:srgbClr val="AFC5B9"/>
              </a:buClr>
            </a:pPr>
            <a:r>
              <a:rPr lang="en-US"/>
              <a:t>Some additional tools used during testing</a:t>
            </a:r>
          </a:p>
          <a:p>
            <a:pPr lvl="1">
              <a:buClr>
                <a:srgbClr val="AFC5B9"/>
              </a:buClr>
              <a:buFont typeface="Courier New" charset="2"/>
              <a:buChar char="o"/>
            </a:pPr>
            <a:r>
              <a:rPr lang="en-US" err="1"/>
              <a:t>BurpSuite</a:t>
            </a:r>
            <a:endParaRPr lang="en-US"/>
          </a:p>
          <a:p>
            <a:pPr lvl="1">
              <a:buClr>
                <a:srgbClr val="AFC5B9"/>
              </a:buClr>
              <a:buFont typeface="Courier New" charset="2"/>
              <a:buChar char="o"/>
            </a:pPr>
            <a:r>
              <a:rPr lang="en-US"/>
              <a:t>Wapiti</a:t>
            </a:r>
          </a:p>
          <a:p>
            <a:pPr>
              <a:buClr>
                <a:srgbClr val="AFC5B9"/>
              </a:buClr>
            </a:pPr>
            <a:r>
              <a:rPr lang="en-US"/>
              <a:t>Penetration testing was performed using results of vulnerability scanning</a:t>
            </a:r>
          </a:p>
          <a:p>
            <a:pPr>
              <a:buClr>
                <a:srgbClr val="AFC5B9"/>
              </a:buClr>
            </a:pPr>
            <a:r>
              <a:rPr lang="en-US"/>
              <a:t>1 Critical and 5 High vulnerabilities were identified, but already had remediations in place</a:t>
            </a:r>
          </a:p>
          <a:p>
            <a:pPr>
              <a:buClr>
                <a:srgbClr val="AFC5B9"/>
              </a:buClr>
            </a:pPr>
            <a:r>
              <a:rPr lang="en-US"/>
              <a:t>We deemed the website is configured and performing within acceptable risk tolerances</a:t>
            </a:r>
          </a:p>
          <a:p>
            <a:pPr lvl="1">
              <a:buClr>
                <a:srgbClr val="AFC5B9"/>
              </a:buClr>
              <a:buFont typeface="Courier New" charset="2"/>
              <a:buChar char="o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9106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42BFF8-E280-30D7-53B8-26460A248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AD700-FF27-39C5-38E8-1DE4342F9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BCBCF9-DF97-78BB-15DF-CCB64A919B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https://cybexconsulting.com</a:t>
            </a:r>
          </a:p>
          <a:p>
            <a:pPr>
              <a:buClr>
                <a:srgbClr val="AFC5B9"/>
              </a:buClr>
            </a:pPr>
            <a:r>
              <a:rPr lang="en-US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https://www.siteground.com/kb/how_does_SiteGround_protect_my_website/</a:t>
            </a:r>
            <a:endParaRPr lang="en-US"/>
          </a:p>
          <a:p>
            <a:r>
              <a:rPr lang="en-US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https://woocommerce.com/document/stripe/setup-and-configuration/connecting-to-stripe/</a:t>
            </a:r>
          </a:p>
          <a:p>
            <a:pPr>
              <a:buClr>
                <a:srgbClr val="AFC5B9"/>
              </a:buClr>
            </a:pPr>
            <a:r>
              <a:rPr lang="en-US">
                <a:ea typeface="+mj-lt"/>
                <a:cs typeface="+mj-l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https://wordpress.org/plugins/wp-2fa/</a:t>
            </a:r>
          </a:p>
          <a:p>
            <a:pPr>
              <a:buClr>
                <a:srgbClr val="AFC5B9"/>
              </a:buClr>
            </a:pPr>
            <a:r>
              <a:rPr lang="en-US">
                <a:ea typeface="+mj-lt"/>
                <a:cs typeface="+mj-l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https://help.tidio.com/hc/en-us</a:t>
            </a:r>
            <a:endParaRPr lang="en-US">
              <a:hlinkClick r:id="rId6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>
              <a:buClr>
                <a:srgbClr val="AFC5B9"/>
              </a:buClr>
            </a:pPr>
            <a:r>
              <a:rPr lang="en-US" u="sng">
                <a:ea typeface="+mj-lt"/>
                <a:cs typeface="+mj-lt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https://supportcandy.net/</a:t>
            </a:r>
            <a:endParaRPr lang="en-US" u="sng">
              <a:hlinkClick r:id="rId7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>
              <a:buClr>
                <a:srgbClr val="AFC5B9"/>
              </a:buClr>
            </a:pPr>
            <a:r>
              <a:rPr lang="en-US">
                <a:solidFill>
                  <a:srgbClr val="FFFFFF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https://portswigger.net/burp/pro</a:t>
            </a:r>
            <a:endParaRPr lang="en-US" u="sng">
              <a:solidFill>
                <a:srgbClr val="FFFFFF"/>
              </a:solidFill>
            </a:endParaRPr>
          </a:p>
          <a:p>
            <a:pPr>
              <a:buClr>
                <a:srgbClr val="AFC5B9"/>
              </a:buClr>
            </a:pPr>
            <a:endParaRPr lang="en-US">
              <a:solidFill>
                <a:srgbClr val="FFFFFF"/>
              </a:solidFill>
            </a:endParaRPr>
          </a:p>
          <a:p>
            <a:pPr>
              <a:buClr>
                <a:srgbClr val="AFC5B9"/>
              </a:buClr>
            </a:pPr>
            <a:endParaRPr lang="en-US">
              <a:solidFill>
                <a:srgbClr val="FFFFFF"/>
              </a:solidFill>
            </a:endParaRPr>
          </a:p>
          <a:p>
            <a:pPr>
              <a:buClr>
                <a:srgbClr val="AFC5B9"/>
              </a:buClr>
            </a:pPr>
            <a:endParaRPr lang="en-US">
              <a:solidFill>
                <a:srgbClr val="8AB833"/>
              </a:solidFill>
            </a:endParaRP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55474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Metadata/LabelInfo.xml><?xml version="1.0" encoding="utf-8"?>
<clbl:labelList xmlns:clbl="http://schemas.microsoft.com/office/2020/mipLabelMetadata">
  <clbl:label id="{37f4b8a2-ad4f-41b5-9a91-284d2cc38f56}" enabled="1" method="Standard" siteId="{70de1992-07c6-480f-a318-a1afcba03983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Application>Microsoft Office PowerPoint</Application>
  <PresentationFormat>Widescreen</PresentationFormat>
  <Slides>10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Ion</vt:lpstr>
      <vt:lpstr>CYBEX CONSULTING</vt:lpstr>
      <vt:lpstr>Introduction</vt:lpstr>
      <vt:lpstr>Concept</vt:lpstr>
      <vt:lpstr>Site Configuration</vt:lpstr>
      <vt:lpstr>DataFlow Diagram</vt:lpstr>
      <vt:lpstr>WordPress Plugins</vt:lpstr>
      <vt:lpstr>Security Testing</vt:lpstr>
      <vt:lpstr>Security Testing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Hollie King</dc:creator>
  <cp:revision>5</cp:revision>
  <dcterms:created xsi:type="dcterms:W3CDTF">2026-04-28T01:37:30Z</dcterms:created>
  <dcterms:modified xsi:type="dcterms:W3CDTF">2026-05-01T04:35:06Z</dcterms:modified>
</cp:coreProperties>
</file>